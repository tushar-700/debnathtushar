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71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50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419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111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71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586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93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41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49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03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330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4423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376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756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465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1779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64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E0BA505-6331-4BF1-959E-C61E6E538904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33CC1BC-C24F-4C26-96C0-6B84921AD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7053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EE1F9-9CDC-6609-6033-2C5A7BCE15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WEB DEVELOPER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335AC-9941-4C85-2E04-53464C60C1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Custom webpage , websites AND PORTFOLIO MAKER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6329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2A95-CF88-25EA-22DE-56419E5AB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TUSHAR DEBNATH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C6C7F2-77F8-9CDD-DDA9-A46D613A2B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911" y="2366963"/>
            <a:ext cx="2568177" cy="3424237"/>
          </a:xfrm>
        </p:spPr>
      </p:pic>
    </p:spTree>
    <p:extLst>
      <p:ext uri="{BB962C8B-B14F-4D97-AF65-F5344CB8AC3E}">
        <p14:creationId xmlns:p14="http://schemas.microsoft.com/office/powerpoint/2010/main" val="1358932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3D75C-9260-DD14-9A46-AB8CD3DE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EDUCATION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A8911-37A5-03E7-87C2-0AFCBD0201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>
                <a:solidFill>
                  <a:srgbClr val="FFFF00"/>
                </a:solidFill>
              </a:rPr>
              <a:t># SECONADRY – 1</a:t>
            </a:r>
            <a:r>
              <a:rPr lang="en-GB" baseline="30000" dirty="0">
                <a:solidFill>
                  <a:srgbClr val="FFFF00"/>
                </a:solidFill>
              </a:rPr>
              <a:t>ST</a:t>
            </a:r>
            <a:r>
              <a:rPr lang="en-GB" dirty="0">
                <a:solidFill>
                  <a:srgbClr val="FFFF00"/>
                </a:solidFill>
              </a:rPr>
              <a:t> CLASS,2004</a:t>
            </a:r>
          </a:p>
          <a:p>
            <a:r>
              <a:rPr lang="en-GB" dirty="0">
                <a:solidFill>
                  <a:srgbClr val="FFFF00"/>
                </a:solidFill>
              </a:rPr>
              <a:t># HIGHER SECONADARY – 1</a:t>
            </a:r>
            <a:r>
              <a:rPr lang="en-GB" baseline="30000" dirty="0">
                <a:solidFill>
                  <a:srgbClr val="FFFF00"/>
                </a:solidFill>
              </a:rPr>
              <a:t>ST</a:t>
            </a:r>
            <a:r>
              <a:rPr lang="en-GB" dirty="0">
                <a:solidFill>
                  <a:srgbClr val="FFFF00"/>
                </a:solidFill>
              </a:rPr>
              <a:t> CLASS,2006</a:t>
            </a:r>
          </a:p>
          <a:p>
            <a:r>
              <a:rPr lang="en-GB" dirty="0">
                <a:solidFill>
                  <a:srgbClr val="FFFF00"/>
                </a:solidFill>
              </a:rPr>
              <a:t># DIPLOMA IN COMPUTER SC &amp; TECHNOLOGY – 1</a:t>
            </a:r>
            <a:r>
              <a:rPr lang="en-GB" baseline="30000" dirty="0">
                <a:solidFill>
                  <a:srgbClr val="FFFF00"/>
                </a:solidFill>
              </a:rPr>
              <a:t>ST</a:t>
            </a:r>
            <a:r>
              <a:rPr lang="en-GB" dirty="0">
                <a:solidFill>
                  <a:srgbClr val="FFFF00"/>
                </a:solidFill>
              </a:rPr>
              <a:t> CLASS ,2012</a:t>
            </a:r>
          </a:p>
          <a:p>
            <a:r>
              <a:rPr lang="en-GB" dirty="0">
                <a:solidFill>
                  <a:srgbClr val="FFFF00"/>
                </a:solidFill>
              </a:rPr>
              <a:t># BACHELOR IN COMPUTER SCIENCE &amp; TECHNOLOGY – 1</a:t>
            </a:r>
            <a:r>
              <a:rPr lang="en-GB" baseline="30000" dirty="0">
                <a:solidFill>
                  <a:srgbClr val="FFFF00"/>
                </a:solidFill>
              </a:rPr>
              <a:t>ST</a:t>
            </a:r>
            <a:r>
              <a:rPr lang="en-GB" dirty="0">
                <a:solidFill>
                  <a:srgbClr val="FFFF00"/>
                </a:solidFill>
              </a:rPr>
              <a:t> CLASS,2024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6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F4C29-719B-4FD8-B1E9-5DEF4422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 EXPERIENCE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B0E4-FEE3-C354-E6C2-8759E42F530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>
                <a:solidFill>
                  <a:srgbClr val="FFFF00"/>
                </a:solidFill>
              </a:rPr>
              <a:t># MORE than  +13 YEARS OF EXPERIENCE IN ONLINE Assessment sector as a network administrator/exam co-Ordinator/EXAM CONTROLLER.</a:t>
            </a:r>
          </a:p>
          <a:p>
            <a:r>
              <a:rPr lang="en-GB" dirty="0">
                <a:solidFill>
                  <a:srgbClr val="FFFF00"/>
                </a:solidFill>
              </a:rPr>
              <a:t># 1K PROJECT SUCCESSFULLY CONDUCTED AS A EXAM CONTROLLER.</a:t>
            </a:r>
          </a:p>
          <a:p>
            <a:endParaRPr lang="en-GB" dirty="0">
              <a:solidFill>
                <a:srgbClr val="FFFF0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# more than + 3 years of experience in </a:t>
            </a:r>
            <a:r>
              <a:rPr lang="en-GB" dirty="0" err="1">
                <a:solidFill>
                  <a:srgbClr val="FFFF00"/>
                </a:solidFill>
              </a:rPr>
              <a:t>webSITE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designER</a:t>
            </a:r>
            <a:r>
              <a:rPr lang="en-GB" dirty="0">
                <a:solidFill>
                  <a:srgbClr val="FFFF00"/>
                </a:solidFill>
              </a:rPr>
              <a:t> as a freelancer .</a:t>
            </a:r>
          </a:p>
        </p:txBody>
      </p:sp>
    </p:spTree>
    <p:extLst>
      <p:ext uri="{BB962C8B-B14F-4D97-AF65-F5344CB8AC3E}">
        <p14:creationId xmlns:p14="http://schemas.microsoft.com/office/powerpoint/2010/main" val="1192423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CF92C-69E7-C263-BEB4-681B1F92C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skills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A836A-7BBE-27C3-8BB1-4C31228CAF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>
                <a:solidFill>
                  <a:srgbClr val="FFFF00"/>
                </a:solidFill>
              </a:rPr>
              <a:t># networking</a:t>
            </a:r>
          </a:p>
          <a:p>
            <a:r>
              <a:rPr lang="en-GB" dirty="0">
                <a:solidFill>
                  <a:srgbClr val="FFFF00"/>
                </a:solidFill>
              </a:rPr>
              <a:t># html5</a:t>
            </a:r>
          </a:p>
          <a:p>
            <a:r>
              <a:rPr lang="en-GB" dirty="0">
                <a:solidFill>
                  <a:srgbClr val="FFFF00"/>
                </a:solidFill>
              </a:rPr>
              <a:t># css3</a:t>
            </a:r>
          </a:p>
          <a:p>
            <a:r>
              <a:rPr lang="en-GB" dirty="0">
                <a:solidFill>
                  <a:srgbClr val="FFFF00"/>
                </a:solidFill>
              </a:rPr>
              <a:t># java script</a:t>
            </a:r>
          </a:p>
          <a:p>
            <a:r>
              <a:rPr lang="en-GB" dirty="0">
                <a:solidFill>
                  <a:srgbClr val="FFFF00"/>
                </a:solidFill>
              </a:rPr>
              <a:t># bootstrap</a:t>
            </a:r>
          </a:p>
          <a:p>
            <a:r>
              <a:rPr lang="en-GB" dirty="0">
                <a:solidFill>
                  <a:srgbClr val="FFFF00"/>
                </a:solidFill>
              </a:rPr>
              <a:t># git hub</a:t>
            </a:r>
          </a:p>
          <a:p>
            <a:r>
              <a:rPr lang="en-GB" dirty="0">
                <a:solidFill>
                  <a:srgbClr val="FFFF00"/>
                </a:solidFill>
              </a:rPr>
              <a:t># OTHER CMS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530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A1DD-E73F-40F2-D3A8-FB60875C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DDDD5-99A7-7A1A-1D00-59F4D6262F8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>
                <a:solidFill>
                  <a:srgbClr val="FFFF00"/>
                </a:solidFill>
              </a:rPr>
              <a:t>Link: “https://tushar-700.github.io/SONARBANGLAK/”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430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A0F4-CBB0-0BD5-FBDF-D1F103D66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C000"/>
                </a:solidFill>
              </a:rPr>
              <a:t>Strength &amp; weakness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43158-8D57-2387-B59B-C2EB6708F13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>
                <a:solidFill>
                  <a:srgbClr val="FFC000"/>
                </a:solidFill>
              </a:rPr>
              <a:t># weakness: </a:t>
            </a:r>
            <a:r>
              <a:rPr lang="en-GB" dirty="0" err="1">
                <a:solidFill>
                  <a:srgbClr val="FFC000"/>
                </a:solidFill>
              </a:rPr>
              <a:t>seo</a:t>
            </a:r>
            <a:r>
              <a:rPr lang="en-GB" dirty="0">
                <a:solidFill>
                  <a:srgbClr val="FFC000"/>
                </a:solidFill>
              </a:rPr>
              <a:t> part of a website, react.js and other </a:t>
            </a:r>
            <a:r>
              <a:rPr lang="en-GB" dirty="0" err="1">
                <a:solidFill>
                  <a:srgbClr val="FFC000"/>
                </a:solidFill>
              </a:rPr>
              <a:t>js</a:t>
            </a:r>
            <a:r>
              <a:rPr lang="en-GB" dirty="0">
                <a:solidFill>
                  <a:srgbClr val="FFC000"/>
                </a:solidFill>
              </a:rPr>
              <a:t> part, backend technology.</a:t>
            </a:r>
          </a:p>
          <a:p>
            <a:r>
              <a:rPr lang="en-GB" dirty="0">
                <a:solidFill>
                  <a:srgbClr val="FFC000"/>
                </a:solidFill>
              </a:rPr>
              <a:t># strength: html5,css3,webhosting using git repository, making of website using CMS/ bootstrap.</a:t>
            </a:r>
          </a:p>
          <a:p>
            <a:endParaRPr lang="en-GB" dirty="0">
              <a:solidFill>
                <a:srgbClr val="FFC000"/>
              </a:solidFill>
            </a:endParaRPr>
          </a:p>
          <a:p>
            <a:endParaRPr lang="en-I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193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76</TotalTime>
  <Words>176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Droplet</vt:lpstr>
      <vt:lpstr>WEB DEVELOPER</vt:lpstr>
      <vt:lpstr>TUSHAR DEBNATH</vt:lpstr>
      <vt:lpstr>EDUCATION</vt:lpstr>
      <vt:lpstr>WORK EXPERIENCE</vt:lpstr>
      <vt:lpstr>skills</vt:lpstr>
      <vt:lpstr>project</vt:lpstr>
      <vt:lpstr>Strength &amp; weakness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23</cp:revision>
  <dcterms:created xsi:type="dcterms:W3CDTF">2025-04-20T12:14:11Z</dcterms:created>
  <dcterms:modified xsi:type="dcterms:W3CDTF">2026-04-19T06:55:25Z</dcterms:modified>
</cp:coreProperties>
</file>